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6255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kern="0" spc="8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POLARITY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3474720" y="2286000"/>
            <a:ext cx="219456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 PITCH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 / Arena Shooter / EMF Physics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Unreal Engine 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3D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КОНЦЕПТ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73152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 Pitch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16459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Аренашутер от первого лица, где каждый объект и враг подчиняется EMF-физике. Игрок управляет электромагнитной полярностью — притягивает, отталкивает, захватывает и запускает врагов и предметы как снаряды. Скорость, импульс и креативность — основа боя.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столпы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Физика полярности как ядро геймплея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Скорость и импульс вознаграждаются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Враги = оружие (захват и запуск)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Ресурсные петли: агрессия → награда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Doom Eternal DNA + уникальная механика EMF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Жанр: FPS Arena Shooter  |  Движок: UE5  |  Камера: от первого лица  |  Режим: Singleplayer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3D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ГЕЙМПЛЕЙ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73152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игрока есть электромагнитная полярность — положительная или отрицательная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полярность переключается одной кнопкой на лету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объекты и враги на уровне имеют заряд — </a:t>
            </a:r>
            <a:r>
              <a:rPr lang="en-US" sz="1000" dirty="0" err="1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одноимённые</a:t>
            </a: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отталкиваются</a:t>
            </a: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разноимённые притягиваются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удержание кнопки полярности создаёт пластину — она захватывает врагов и предметы в поле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захваченных врагов и пропы можно запускать как снаряды — реверс полярности отправляет их в полёт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пропы взрываются при столкновении с NPC, оглушая окружающих и спавня пикапы HP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оглушённых врагов можно добить мечом с AoE-уроном за время стана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убийства от пропов и дронов дропают хилки, убийства через захват дропают броню — агрессия = выживание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движение: двойной прыжок, скольжение, стенобег, воздушный рывок, rocket boost зарядомётом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импульс от движения конвертируется в урон ближнего боя и дропкика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оружие: хитскан-винтовка (ионизирует цели), зарядомёт (EMF-снаряды), подбираемый меч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типа врагов: стрелок, мили, летающий дрон, снайперская турель</a:t>
            </a:r>
            <a:endParaRPr lang="en-US" sz="10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апгрейды расширяют боевой словарь: 360 Shot, Charge Flip, Testosterone Boost, Plot Armor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3D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УНИКАЛЬНЫЕ МЕХАНИКИ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73152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80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EMF Физика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34640" y="12801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объект имеет заряд. Одноимённые отталкиваются, разноимённые притягиваются. Игрок переключает свою полярность на лету.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19385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Враги = Снаряды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834640" y="193852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Захват NPC через канализацию → запуск в стену или других врагов. Wallslam урон, цепные столкновения.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59689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Пропы → Взрыв → HP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34640" y="2596896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Физ. пропы взрываются при столкновении с NPC, оглушая окружающих на 2с и спавня пикапы HP.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25526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Ресурсные петли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34640" y="3255264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Пропы/дроны → хилки. Захват/бросок → броня. Агрессия напрямую конвертируется в выживание.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9136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Апгрейды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834640" y="391363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Скилл-апгрейды расширяют словарь боя: 360 Shot, Charge Flip, Suppression Fire. Риск → награда.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3D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ЦЕЛЕВАЯ АУДИТОРИЯ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73152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164592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Фанаты DOOM Eternal, ULTRAKILL, Titanfall 2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Хардкорные FPS-игроки, ценящие скилл-потолок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Любители спидрана и стайл-рейтинга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Аудитория, уставшая от мультиплеерных шутеров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Расширенная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64592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Игроки в иммерсив-симы (физика = инструмент)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Зрители на Twitch/YouTube (зрелищный геймплей)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Ретро-шутер комьюнити (boomer shooter fans)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Возраст: 18-35  |  Платформы: PC (Steam)  |  Рейтинг: PEGI 16+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3D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КОНКУРЕНТЫ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73152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0E17"/>
                          </a:solidFill>
                        </a:rPr>
                        <a:t>Игра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0E17"/>
                          </a:solidFill>
                        </a:rPr>
                        <a:t>Общее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0E17"/>
                          </a:solidFill>
                        </a:rPr>
                        <a:t>Отличие Polarity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DOOM Eternal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Ресурсные петли, агрессия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EMF-физика, враги как снаряды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ULTRAKILL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Стиль, скорость, комбо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Захват и манипуляция объектами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Titanfall 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Движение, импульс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Полярность, интерактивная физика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Control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Телекинез, физика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Скорость, аренашутер, заряды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Mag Runner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Магнитная механика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0F0"/>
                          </a:solidFill>
                        </a:rPr>
                        <a:t>FPS бой, не платформер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3D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БИЗНЕС-МОДЕЛЬ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73152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164592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Premium: разовая покупка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цена: $XX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микротранзакций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Потенциал DLC (новые арены, враги, апгрейды)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Платформы и релиз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64592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(Steam) — основная платформа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Access → Full Release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Консоли — после релиза на PC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 на Steam Next Fest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[Заполнить: бюджет, запрашиваемое финансирование, прогноз продаж]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3D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КОМАНДА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73152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[Заполнить: участники команды, роли, опыт]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8229600" cy="59436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Designer / Programmer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30428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Геймплей, AI, боевые системы, EMF-физика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8229600" cy="59436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 2]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03580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[Описание опыта и обязанностей]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474720"/>
            <a:ext cx="8229600" cy="59436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520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 3]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7673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[Описание опыта и обязанностей]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3D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kern="0" spc="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РОАДМАП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73152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463040"/>
            <a:ext cx="0" cy="2926080"/>
          </a:xfrm>
          <a:prstGeom prst="line">
            <a:avLst/>
          </a:prstGeom>
          <a:noFill/>
          <a:ln w="19050">
            <a:solidFill>
              <a:srgbClr val="0A3D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61872" y="1444752"/>
            <a:ext cx="219456" cy="219456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28800" y="1371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Pre-Alpha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1371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[Q? 20XX]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геймплея, движение, EMF-физика, 4 типа врагов, AI координатор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1872" y="2039112"/>
            <a:ext cx="219456" cy="219456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17" name="Text 15"/>
          <p:cNvSpPr/>
          <p:nvPr/>
        </p:nvSpPr>
        <p:spPr>
          <a:xfrm>
            <a:off x="182880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19659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[Q? 20XX]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9659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апгрейдов, левел-дизайн, баланс, UI/HUD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61872" y="2633472"/>
            <a:ext cx="219456" cy="219456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21" name="Text 19"/>
          <p:cNvSpPr/>
          <p:nvPr/>
        </p:nvSpPr>
        <p:spPr>
          <a:xfrm>
            <a:off x="1828800" y="2560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74720" y="2560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[Q? 20XX]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0" y="25603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Полировка, QA, оптимизация, Steam страница, трейлер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261872" y="3227832"/>
            <a:ext cx="219456" cy="219456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25" name="Text 23"/>
          <p:cNvSpPr/>
          <p:nvPr/>
        </p:nvSpPr>
        <p:spPr>
          <a:xfrm>
            <a:off x="182880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Access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74720" y="3154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[Q? 20XX]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0" y="3154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 Early Access, обратная связь, итерации контента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261872" y="3822192"/>
            <a:ext cx="219456" cy="219456"/>
          </a:xfrm>
          <a:prstGeom prst="ellipse">
            <a:avLst/>
          </a:prstGeom>
          <a:solidFill>
            <a:srgbClr val="00E5FF"/>
          </a:solidFill>
          <a:ln/>
        </p:spPr>
      </p:sp>
      <p:sp>
        <p:nvSpPr>
          <p:cNvPr id="29" name="Text 27"/>
          <p:cNvSpPr/>
          <p:nvPr/>
        </p:nvSpPr>
        <p:spPr>
          <a:xfrm>
            <a:off x="182880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Release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[Q? 20XX]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0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Финальный контент, консоли, маркетинг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74320"/>
            <a:ext cx="365760" cy="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4320"/>
            <a:ext cx="0" cy="274320"/>
          </a:xfrm>
          <a:prstGeom prst="line">
            <a:avLst/>
          </a:prstGeom>
          <a:noFill/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4663440"/>
            <a:ext cx="365760" cy="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4389120"/>
            <a:ext cx="0" cy="274320"/>
          </a:xfrm>
          <a:prstGeom prst="line">
            <a:avLst/>
          </a:prstGeom>
          <a:noFill/>
          <a:ln w="12700">
            <a:solidFill>
              <a:srgbClr val="0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6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СПАСИБО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19050">
            <a:solidFill>
              <a:srgbClr val="00E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[Имя / Студия]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[email@example.com]</a:t>
            </a:r>
            <a:endParaRPr lang="en-US" sz="11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[twitter.com/handle]</a:t>
            </a:r>
            <a:endParaRPr lang="en-US" sz="11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[store.steampowered.com/app/XXXXX]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730</Words>
  <Application>Microsoft Office PowerPoint</Application>
  <PresentationFormat>Экран (16:9)</PresentationFormat>
  <Paragraphs>128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Arial Black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Polarity — Publisher Pitch</dc:title>
  <dc:subject>PptxGenJS Presentation</dc:subject>
  <dc:creator>Polarity Team</dc:creator>
  <cp:lastModifiedBy>Professional</cp:lastModifiedBy>
  <cp:revision>3</cp:revision>
  <dcterms:created xsi:type="dcterms:W3CDTF">2026-03-10T23:52:25Z</dcterms:created>
  <dcterms:modified xsi:type="dcterms:W3CDTF">2026-03-12T00:22:38Z</dcterms:modified>
</cp:coreProperties>
</file>