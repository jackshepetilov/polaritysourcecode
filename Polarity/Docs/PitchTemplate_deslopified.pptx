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46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kern="0" spc="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POLARITY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1945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kern="0" spc="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 ИГРЕ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199" y="1280160"/>
            <a:ext cx="8179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утер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первого лица, где каждый объект и враг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подчиняется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физике электромагнетизма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Игрок управляет электромагнитной полярностью — притягивает, отталкивает, захватывает и запускает врагов и предметы как снаряды.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оружия так или иначе завязаны на эту механику и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синергируют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друг с другом. Игра состоит из нескольких биомов с простором для манёвра игрока (обязательным для игры с таким простором для движения), в котором игрок зачищает опциональные точки интереса в поисках ГИГАЧАДСКИХ апгрейдов. В конце уровня находится тщательно срежиссированная обязательная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climax-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арена на 15 минут с насыщенными боями и драматичными сюжетными моментами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1231" y="2571750"/>
            <a:ext cx="8055569" cy="140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Физика</a:t>
            </a: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электричества</a:t>
            </a: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как ядро геймплея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и </a:t>
            </a:r>
            <a:r>
              <a:rPr lang="ru-RU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креатив</a:t>
            </a: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вознаграждаются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Враги = </a:t>
            </a:r>
            <a:r>
              <a:rPr lang="en-US" sz="12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</a:t>
            </a:r>
            <a:r>
              <a:rPr lang="ru-RU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ВСЕ декорации - тоже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Doom Eternal DNA + уникальная </a:t>
            </a:r>
            <a:r>
              <a:rPr lang="en-US" sz="12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</a:t>
            </a: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электродинамики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ГЕЙМПЛЕЙ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6459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1C63EE-D06C-4F42-B3F7-EEF72C985681}"/>
              </a:ext>
            </a:extLst>
          </p:cNvPr>
          <p:cNvSpPr txBox="1"/>
          <p:nvPr/>
        </p:nvSpPr>
        <p:spPr>
          <a:xfrm>
            <a:off x="365761" y="1280160"/>
            <a:ext cx="7787148" cy="298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ический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заряд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положительн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отрицательн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ый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полярность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переключается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кнопкой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лету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имеют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заряд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одноимённые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отталкиваются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разноимённые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притягиваются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захвата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пластину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захватывает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захваченных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запускать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снаряды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реверс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полярности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полёт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взрываются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столкновении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NPC,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оглушая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окружающих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спавня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пикапы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HP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оглушённых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добить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мечом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AoE-уроном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стана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убийства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дропают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хилки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убийства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дропают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броню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агрессия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выживание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двойной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прыжок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скольжение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стенобег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воздушный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рывок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rocket boost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зарядомётом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конвертируется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урон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ближнего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дропкика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хитскан-винтовка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ионизирует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зарядомёт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(EMF-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снаряды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подбираемый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меч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типа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стрелок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летающий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снайперская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турель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апгрейды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расширяют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арсенал навыков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360 Shot, Charge Flip, Testosterone Boost, Plot Armor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100" dirty="0"/>
          </a:p>
          <a:p>
            <a:endParaRPr lang="ru-RU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 АУДИТОРИЯ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Геймплейно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Хардкорные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FPS-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игроки</a:t>
            </a:r>
            <a:endParaRPr lang="en-US" sz="1100" dirty="0"/>
          </a:p>
          <a:p>
            <a:pPr>
              <a:lnSpc>
                <a:spcPct val="150000"/>
              </a:lnSpc>
              <a:buSzPct val="100000"/>
            </a:pP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Любители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спидрана</a:t>
            </a:r>
            <a:b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Любители игр с комплексной физикой – у нас тут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Life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ЗУМЕРЫ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ЗУМЕРЫ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ЗУМЕРЫ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– игра для этого поколения и визуально и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нарративно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давит ему на больные места.</a:t>
            </a:r>
            <a:b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Сделана ставка на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визуал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в стиле золотого века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PS4 – 2015-2017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года, где главный вдохновитель это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Titanfall 2.</a:t>
            </a:r>
            <a:b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Ниша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бумер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шутеров уже довольно переполнена. Зачем давить на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чуство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ностальгии по временам когда большинства игроков еще не было – если можно задействовать их ностальгию по детству 10 лет назад – добро пожаловать в ЗУМЕР-ШУТЕР.</a:t>
            </a:r>
            <a:b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endParaRPr lang="en-US" sz="1100" dirty="0"/>
          </a:p>
          <a:p>
            <a:pPr>
              <a:lnSpc>
                <a:spcPct val="150000"/>
              </a:lnSpc>
              <a:buSzPct val="100000"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76981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76981"/>
            <a:ext cx="0" cy="371659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786"/>
            <a:ext cx="914399" cy="50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kern="0" spc="200" dirty="0">
                <a:solidFill>
                  <a:srgbClr val="F0F0F0"/>
                </a:solidFill>
                <a:latin typeface="Arial Black" pitchFamily="34" charset="0"/>
              </a:rPr>
              <a:t>МОЙ БИФ С ЖАНРОМ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16544"/>
              </p:ext>
            </p:extLst>
          </p:nvPr>
        </p:nvGraphicFramePr>
        <p:xfrm>
          <a:off x="457200" y="1421449"/>
          <a:ext cx="8229600" cy="3421921"/>
        </p:xfrm>
        <a:graphic>
          <a:graphicData uri="http://schemas.openxmlformats.org/drawingml/2006/table">
            <a:tbl>
              <a:tblPr/>
              <a:tblGrid>
                <a:gridCol w="101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0E17"/>
                          </a:solidFill>
                        </a:rPr>
                        <a:t>Игра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000" b="1" dirty="0">
                          <a:solidFill>
                            <a:srgbClr val="0B0E17"/>
                          </a:solidFill>
                        </a:rPr>
                        <a:t>Минус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000" b="1" dirty="0">
                          <a:solidFill>
                            <a:srgbClr val="0B0E17"/>
                          </a:solidFill>
                        </a:rPr>
                        <a:t>Что хочу сделать лучше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Соевая </a:t>
                      </a:r>
                      <a:r>
                        <a:rPr lang="ru-RU" sz="900" dirty="0" err="1">
                          <a:solidFill>
                            <a:srgbClr val="F0F0F0"/>
                          </a:solidFill>
                        </a:rPr>
                        <a:t>боёвка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 в стиле </a:t>
                      </a: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Call Of Duty 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вместо того, что показано в </a:t>
                      </a:r>
                      <a:r>
                        <a:rPr lang="ru-RU" sz="900" dirty="0" err="1">
                          <a:solidFill>
                            <a:srgbClr val="F0F0F0"/>
                          </a:solidFill>
                        </a:rPr>
                        <a:t>туториале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… Может дать игроку быть крутым </a:t>
                      </a:r>
                      <a:r>
                        <a:rPr lang="ru-RU" sz="900" dirty="0" err="1">
                          <a:solidFill>
                            <a:srgbClr val="F0F0F0"/>
                          </a:solidFill>
                        </a:rPr>
                        <a:t>ниндзей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 который бегает по стенам всё-таки???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Что происходит на моём экране???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Меньше противников на экране, ясная более реалистичная картинка, обводки как маркер статус эффектов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Недостаточно, как сейчас говорят, «</a:t>
                      </a: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edgy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». 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Смелый сюжет с большей угловатостью(</a:t>
                      </a: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edginess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? </a:t>
                      </a: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edging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?)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Рогалик(((. Одно оружие на забег, ближний бой тупо для галочки, физика без глубины.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Сделать так, чтобы если бегать с оружием, то их было несколько и с синергией – как в </a:t>
                      </a: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ULTRAKILL</a:t>
                      </a:r>
                      <a:r>
                        <a:rPr lang="ru-RU" sz="900" dirty="0">
                          <a:solidFill>
                            <a:srgbClr val="F0F0F0"/>
                          </a:solidFill>
                        </a:rPr>
                        <a:t>, а так же веселый геймплей в ближнем бою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A180D8B-C924-4A62-9E5F-137D6D8B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858298"/>
            <a:ext cx="640080" cy="6400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0FE06B-C657-41DA-836D-CFE596A4B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56" y="2588346"/>
            <a:ext cx="396731" cy="59618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BC09006-1B00-4CCC-8E03-13CA01593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56" y="3275579"/>
            <a:ext cx="502919" cy="50291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5D2543C-FEE4-4F9F-ADC5-4FAAE5CD8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56" y="3986214"/>
            <a:ext cx="502919" cy="7557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kern="0" spc="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ХОТЕЛКИ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51560"/>
            <a:ext cx="3931920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мне от вас нужно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098" y="1325879"/>
            <a:ext cx="7341747" cy="343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1. Помощь с юридическими делами и последующим выводом средств, так как я сейчас в РФ и хотелось бы тут оставаться как минимум до июня 2029, если ситуация позволит</a:t>
            </a:r>
            <a:b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2. Нужно найти команду и чем им платить. Я осознанно оставил заглушки на многих аспектах типа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анимаций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, потому что это огромные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rabbit holes,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самостоятельная работа над которыми займёт огромное время. Хотелось бы быть в проекте именно геймдизайнером, а не мастером на все руки. Обязательно нужно два хороших актёра озвучки. Сам, хочу признаться, испытываю трудности с написанием сюжета в полностью придуманном лично мной мире(легко могу придумать сюжет для исторического или любого фиксированного сеттинга, а тут никак) – поэтому нужно ещё найти и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нарративщика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Нарративщик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и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левелдизайнер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нужны на контракт на постоянную работу со мной, остальные на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аутсорс</a:t>
            </a:r>
            <a:b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3. Затраты на команду и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аутсорс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оцениваю в порядка 100000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$</a:t>
            </a:r>
            <a:b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4.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Менторство по работе с аудиторией – помощь с пониманием того, чего люди хотят и в каком направлении двигать арт и сюжет. Так же хотел бы менторство по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game feel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шутера, потому что глаз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замыливается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.</a:t>
            </a:r>
            <a:b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5.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Договариваться с музыкантами – нужно пару известных песен в </a:t>
            </a:r>
            <a:r>
              <a:rPr lang="en-US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OST, 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причем, к слову, мало принципиально каких. Так же нужны лицензии на мемы, плюс </a:t>
            </a:r>
            <a:r>
              <a:rPr lang="ru-RU" sz="1100" dirty="0" err="1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ревью</a:t>
            </a:r>
            <a:r>
              <a:rPr lang="ru-RU" sz="1100" dirty="0">
                <a:solidFill>
                  <a:srgbClr val="F0F0F0"/>
                </a:solidFill>
                <a:latin typeface="Arial" pitchFamily="34" charset="0"/>
                <a:cs typeface="Arial" pitchFamily="34" charset="-120"/>
              </a:rPr>
              <a:t> игры на нарушение авторских прав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1828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/ Студия]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[email@example.com]</a:t>
            </a:r>
            <a:endParaRPr lang="en-US" sz="11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[twitter.com/handle]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789</Words>
  <Application>Microsoft Office PowerPoint</Application>
  <PresentationFormat>Экран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Polarity — Publisher Pitch</dc:title>
  <dc:subject>PptxGenJS Presentation</dc:subject>
  <dc:creator>Polarity Team</dc:creator>
  <cp:lastModifiedBy>Professional</cp:lastModifiedBy>
  <cp:revision>16</cp:revision>
  <dcterms:created xsi:type="dcterms:W3CDTF">2026-03-10T23:11:20Z</dcterms:created>
  <dcterms:modified xsi:type="dcterms:W3CDTF">2026-03-12T00:22:41Z</dcterms:modified>
</cp:coreProperties>
</file>